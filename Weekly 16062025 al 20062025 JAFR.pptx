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35DA06-A686-4DE5-A08A-8E875CAA5D39}">
  <a:tblStyle styleId="{AB35DA06-A686-4DE5-A08A-8E875CAA5D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68277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43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ef44bfda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5ef44bfda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2777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ef44bfda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5ef44bfda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6359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ef44bfda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5ef44bfda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6326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4B68CDE-9E5C-9B27-F1F1-03D3056D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ef44bfda7_0_5:notes">
            <a:extLst>
              <a:ext uri="{FF2B5EF4-FFF2-40B4-BE49-F238E27FC236}">
                <a16:creationId xmlns:a16="http://schemas.microsoft.com/office/drawing/2014/main" id="{D0FDBA90-93AD-EEC3-0F10-8CE57B675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5ef44bfda7_0_5:notes">
            <a:extLst>
              <a:ext uri="{FF2B5EF4-FFF2-40B4-BE49-F238E27FC236}">
                <a16:creationId xmlns:a16="http://schemas.microsoft.com/office/drawing/2014/main" id="{C7E22B6C-6E50-66F5-9D9B-9F66AB579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5600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9CC249BF-70E4-1C15-39FD-E76AB589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ef44bfda7_0_5:notes">
            <a:extLst>
              <a:ext uri="{FF2B5EF4-FFF2-40B4-BE49-F238E27FC236}">
                <a16:creationId xmlns:a16="http://schemas.microsoft.com/office/drawing/2014/main" id="{C5F3B131-263A-E16B-F7BC-E0FE3670A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5ef44bfda7_0_5:notes">
            <a:extLst>
              <a:ext uri="{FF2B5EF4-FFF2-40B4-BE49-F238E27FC236}">
                <a16:creationId xmlns:a16="http://schemas.microsoft.com/office/drawing/2014/main" id="{BA667381-F540-42E4-75F7-3A5B6BA07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3818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2130083" y="342900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232095" y="322923"/>
            <a:ext cx="102752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1232094" y="1856935"/>
            <a:ext cx="10275277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604910" y="604276"/>
            <a:ext cx="39119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761998" y="8510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198" y="2409103"/>
            <a:ext cx="5181600" cy="35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6172200" y="2419995"/>
            <a:ext cx="5181600" cy="358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169474" y="750766"/>
            <a:ext cx="10515600" cy="55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831850" y="1589649"/>
            <a:ext cx="10853224" cy="450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091418" y="44953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1294228" y="457200"/>
            <a:ext cx="434691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24024" y="457201"/>
            <a:ext cx="5531363" cy="540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836614" y="2278966"/>
            <a:ext cx="4804532" cy="3590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994534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994534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1316501" y="491735"/>
            <a:ext cx="1028934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 rot="5400000">
            <a:off x="4628698" y="-1233353"/>
            <a:ext cx="3664952" cy="1028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45010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ctrTitle"/>
          </p:nvPr>
        </p:nvSpPr>
        <p:spPr>
          <a:xfrm>
            <a:off x="2081333" y="258200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Arial"/>
              <a:buNone/>
            </a:pPr>
            <a:r>
              <a:rPr lang="es-MX" b="1"/>
              <a:t>Seguimiento de actividades semanal</a:t>
            </a:r>
            <a:endParaRPr b="1"/>
          </a:p>
        </p:txBody>
      </p:sp>
      <p:sp>
        <p:nvSpPr>
          <p:cNvPr id="75" name="Google Shape;75;p13"/>
          <p:cNvSpPr txBox="1">
            <a:spLocks noGrp="1"/>
          </p:cNvSpPr>
          <p:nvPr>
            <p:ph type="ctrTitle"/>
          </p:nvPr>
        </p:nvSpPr>
        <p:spPr>
          <a:xfrm>
            <a:off x="1941425" y="5426900"/>
            <a:ext cx="91440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Arial"/>
              <a:buNone/>
            </a:pPr>
            <a:r>
              <a:rPr lang="es-MX" sz="2000" i="1" u="sng"/>
              <a:t>José Antonio Fuentes Ramirez</a:t>
            </a:r>
            <a:endParaRPr sz="2000" i="1" u="sng"/>
          </a:p>
        </p:txBody>
      </p:sp>
      <p:sp>
        <p:nvSpPr>
          <p:cNvPr id="76" name="Google Shape;76;p13"/>
          <p:cNvSpPr txBox="1">
            <a:spLocks noGrp="1"/>
          </p:cNvSpPr>
          <p:nvPr>
            <p:ph type="ctrTitle"/>
          </p:nvPr>
        </p:nvSpPr>
        <p:spPr>
          <a:xfrm>
            <a:off x="1941425" y="5975050"/>
            <a:ext cx="91440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Arial"/>
              <a:buNone/>
            </a:pPr>
            <a:r>
              <a:rPr lang="es-MX" sz="2000" b="1" dirty="0"/>
              <a:t>Semana del 16 de Junio al 20 de Junio 2025</a:t>
            </a:r>
            <a:endParaRPr sz="2000" b="1" dirty="0"/>
          </a:p>
        </p:txBody>
      </p:sp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941425" y="4893500"/>
            <a:ext cx="91440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Arial"/>
              <a:buNone/>
            </a:pPr>
            <a:r>
              <a:rPr lang="es-MX" sz="2000"/>
              <a:t>Área Desarrollo Becarios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3200"/>
            </a:pPr>
            <a:r>
              <a:rPr lang="es-MX" sz="3500" b="1" dirty="0"/>
              <a:t>Avance Semanal – Becarios - Semana 3</a:t>
            </a:r>
            <a:endParaRPr sz="3500" b="1" dirty="0"/>
          </a:p>
        </p:txBody>
      </p:sp>
      <p:graphicFrame>
        <p:nvGraphicFramePr>
          <p:cNvPr id="101" name="Google Shape;101;p17"/>
          <p:cNvGraphicFramePr/>
          <p:nvPr>
            <p:extLst>
              <p:ext uri="{D42A27DB-BD31-4B8C-83A1-F6EECF244321}">
                <p14:modId xmlns:p14="http://schemas.microsoft.com/office/powerpoint/2010/main" val="1192306741"/>
              </p:ext>
            </p:extLst>
          </p:nvPr>
        </p:nvGraphicFramePr>
        <p:xfrm>
          <a:off x="232438" y="837325"/>
          <a:ext cx="11521725" cy="6020730"/>
        </p:xfrm>
        <a:graphic>
          <a:graphicData uri="http://schemas.openxmlformats.org/drawingml/2006/table">
            <a:tbl>
              <a:tblPr>
                <a:noFill/>
                <a:tableStyleId>{AB35DA06-A686-4DE5-A08A-8E875CAA5D39}</a:tableStyleId>
              </a:tblPr>
              <a:tblGrid>
                <a:gridCol w="4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Fecha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Responsable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Estatus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Avance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Introducción de Código</a:t>
                      </a:r>
                      <a:r>
                        <a:rPr lang="es-MX" baseline="0" dirty="0"/>
                        <a:t> De Modelos y </a:t>
                      </a:r>
                      <a:r>
                        <a:rPr lang="es-MX" baseline="0" dirty="0" err="1"/>
                        <a:t>Submodelos</a:t>
                      </a:r>
                      <a:r>
                        <a:rPr lang="es-MX" baseline="0" dirty="0"/>
                        <a:t> en </a:t>
                      </a:r>
                      <a:r>
                        <a:rPr lang="es-MX" baseline="0" dirty="0" err="1"/>
                        <a:t>Xamarin</a:t>
                      </a:r>
                      <a:r>
                        <a:rPr lang="es-MX" baseline="0" dirty="0"/>
                        <a:t> de la App de Preventa – </a:t>
                      </a:r>
                      <a:r>
                        <a:rPr lang="es-MX" b="1" baseline="0" dirty="0"/>
                        <a:t>William Jasso</a:t>
                      </a:r>
                      <a:endParaRPr b="1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16.06.2025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Análisis</a:t>
                      </a:r>
                      <a:r>
                        <a:rPr lang="es-MX" baseline="0" dirty="0"/>
                        <a:t> de Código de Modelos y </a:t>
                      </a:r>
                      <a:r>
                        <a:rPr lang="es-MX" baseline="0" dirty="0" err="1"/>
                        <a:t>Submodelos</a:t>
                      </a:r>
                      <a:r>
                        <a:rPr lang="es-MX" baseline="0" dirty="0"/>
                        <a:t> de la App de Preventa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16.06.2025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Documentación del Código de</a:t>
                      </a:r>
                      <a:r>
                        <a:rPr lang="es-MX" baseline="0" dirty="0"/>
                        <a:t> Modelos y </a:t>
                      </a:r>
                      <a:r>
                        <a:rPr lang="es-MX" baseline="0" dirty="0" err="1"/>
                        <a:t>Submodelos</a:t>
                      </a:r>
                      <a:r>
                        <a:rPr lang="es-MX" baseline="0" dirty="0"/>
                        <a:t>  de la App de Preventa</a:t>
                      </a:r>
                      <a:endParaRPr lang="es-MX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16.06.2025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En proceso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40%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Análisis</a:t>
                      </a:r>
                      <a:r>
                        <a:rPr lang="es-MX" baseline="0" dirty="0"/>
                        <a:t> de Código de Vistas de la App de Preventa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16.06.2025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En proceso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60%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/>
                        <a:t>Análisis</a:t>
                      </a:r>
                      <a:r>
                        <a:rPr lang="es-ES" baseline="0" dirty="0"/>
                        <a:t> de Código de Clases de la App de Preventa</a:t>
                      </a:r>
                      <a:endParaRPr lang="es-ES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17.06.2025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/>
                        <a:t>Documentación del </a:t>
                      </a:r>
                      <a:r>
                        <a:rPr lang="es-ES" baseline="0" dirty="0"/>
                        <a:t>Código de la app de Preventa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17.06.2025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Análisis</a:t>
                      </a:r>
                      <a:r>
                        <a:rPr lang="es-MX" baseline="0" dirty="0"/>
                        <a:t> de Código de Vistas de la App de Preventa</a:t>
                      </a:r>
                      <a:endParaRPr lang="es-MX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17.06.2025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 err="1"/>
                        <a:t>Videollamada</a:t>
                      </a:r>
                      <a:r>
                        <a:rPr lang="es-MX" baseline="0" dirty="0"/>
                        <a:t> para verificación de errores de Gestion_Clientes_V5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17.06.2025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/>
                        <a:t>Documentación del </a:t>
                      </a:r>
                      <a:r>
                        <a:rPr lang="es-ES" baseline="0" dirty="0"/>
                        <a:t>Código de la App de </a:t>
                      </a:r>
                      <a:r>
                        <a:rPr lang="es-MX" baseline="0" dirty="0"/>
                        <a:t>Gestion_Clientes_V5</a:t>
                      </a:r>
                      <a:endParaRPr lang="es-MX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17.06.2025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3200"/>
            </a:pPr>
            <a:r>
              <a:rPr lang="es-MX" sz="3500" b="1" dirty="0"/>
              <a:t>Avance Semanal – Becarios - Semana 3</a:t>
            </a:r>
            <a:endParaRPr sz="3500" b="1" dirty="0"/>
          </a:p>
        </p:txBody>
      </p:sp>
      <p:graphicFrame>
        <p:nvGraphicFramePr>
          <p:cNvPr id="101" name="Google Shape;101;p17"/>
          <p:cNvGraphicFramePr/>
          <p:nvPr>
            <p:extLst>
              <p:ext uri="{D42A27DB-BD31-4B8C-83A1-F6EECF244321}">
                <p14:modId xmlns:p14="http://schemas.microsoft.com/office/powerpoint/2010/main" val="2503042141"/>
              </p:ext>
            </p:extLst>
          </p:nvPr>
        </p:nvGraphicFramePr>
        <p:xfrm>
          <a:off x="335137" y="775855"/>
          <a:ext cx="11521725" cy="5985219"/>
        </p:xfrm>
        <a:graphic>
          <a:graphicData uri="http://schemas.openxmlformats.org/drawingml/2006/table">
            <a:tbl>
              <a:tblPr>
                <a:noFill/>
                <a:tableStyleId>{AB35DA06-A686-4DE5-A08A-8E875CAA5D39}</a:tableStyleId>
              </a:tblPr>
              <a:tblGrid>
                <a:gridCol w="4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90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Fecha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Responsable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Estatus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Avance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Asignación e Introducción</a:t>
                      </a:r>
                      <a:r>
                        <a:rPr lang="es-MX" baseline="0" dirty="0"/>
                        <a:t> al </a:t>
                      </a:r>
                      <a:r>
                        <a:rPr lang="es-MX" dirty="0"/>
                        <a:t>Curso</a:t>
                      </a:r>
                      <a:r>
                        <a:rPr lang="es-MX" baseline="0" dirty="0"/>
                        <a:t> “Desarrollar </a:t>
                      </a:r>
                      <a:r>
                        <a:rPr lang="es-MX" baseline="0" dirty="0" err="1"/>
                        <a:t>habildades</a:t>
                      </a:r>
                      <a:r>
                        <a:rPr lang="es-MX" baseline="0" dirty="0"/>
                        <a:t> de </a:t>
                      </a:r>
                      <a:r>
                        <a:rPr lang="es-MX" baseline="0" dirty="0" err="1"/>
                        <a:t>Códificación</a:t>
                      </a:r>
                      <a:r>
                        <a:rPr lang="es-MX" baseline="0" dirty="0"/>
                        <a:t> en APEX” – </a:t>
                      </a:r>
                      <a:r>
                        <a:rPr lang="es-MX" b="1" baseline="0" dirty="0"/>
                        <a:t>William Jasso</a:t>
                      </a:r>
                      <a:endParaRPr b="1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18.06.2025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Curso</a:t>
                      </a:r>
                      <a:r>
                        <a:rPr lang="es-MX" baseline="0" dirty="0"/>
                        <a:t> “Desarrollar </a:t>
                      </a:r>
                      <a:r>
                        <a:rPr lang="es-MX" baseline="0" dirty="0" err="1"/>
                        <a:t>habildades</a:t>
                      </a:r>
                      <a:r>
                        <a:rPr lang="es-MX" baseline="0" dirty="0"/>
                        <a:t> de </a:t>
                      </a:r>
                      <a:r>
                        <a:rPr lang="es-MX" baseline="0" dirty="0" err="1"/>
                        <a:t>Códificación</a:t>
                      </a:r>
                      <a:r>
                        <a:rPr lang="es-MX" baseline="0" dirty="0"/>
                        <a:t> en APEX” – Unidad 1 y 2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18.06.2025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Curso</a:t>
                      </a:r>
                      <a:r>
                        <a:rPr lang="es-ES" baseline="0" dirty="0"/>
                        <a:t> “Desarrollar </a:t>
                      </a:r>
                      <a:r>
                        <a:rPr lang="es-ES" baseline="0" dirty="0" err="1"/>
                        <a:t>habildades</a:t>
                      </a:r>
                      <a:r>
                        <a:rPr lang="es-ES" baseline="0" dirty="0"/>
                        <a:t> de </a:t>
                      </a:r>
                      <a:r>
                        <a:rPr lang="es-ES" baseline="0" dirty="0" err="1"/>
                        <a:t>Códificación</a:t>
                      </a:r>
                      <a:r>
                        <a:rPr lang="es-ES" baseline="0" dirty="0"/>
                        <a:t> en APEX” – Unidad 3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18.06.2025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En proceso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/>
                        <a:t>Entrega de Documentación de App</a:t>
                      </a:r>
                      <a:r>
                        <a:rPr lang="es-ES" baseline="0" dirty="0"/>
                        <a:t> Preventa y App </a:t>
                      </a:r>
                      <a:r>
                        <a:rPr lang="es-MX" baseline="0" dirty="0"/>
                        <a:t>Gestion_Clientes_V5</a:t>
                      </a:r>
                      <a:endParaRPr lang="es-MX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18.06.2025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/>
                        <a:t>Finalización</a:t>
                      </a:r>
                      <a:r>
                        <a:rPr lang="es-ES" baseline="0" dirty="0"/>
                        <a:t> de </a:t>
                      </a:r>
                      <a:r>
                        <a:rPr lang="es-MX" dirty="0"/>
                        <a:t>Curso</a:t>
                      </a:r>
                      <a:r>
                        <a:rPr lang="es-MX" baseline="0" dirty="0"/>
                        <a:t> “Desarrollar </a:t>
                      </a:r>
                      <a:r>
                        <a:rPr lang="es-MX" baseline="0" dirty="0" err="1"/>
                        <a:t>habildades</a:t>
                      </a:r>
                      <a:r>
                        <a:rPr lang="es-MX" baseline="0" dirty="0"/>
                        <a:t> de </a:t>
                      </a:r>
                      <a:r>
                        <a:rPr lang="es-MX" baseline="0" dirty="0" err="1"/>
                        <a:t>Códificación</a:t>
                      </a:r>
                      <a:r>
                        <a:rPr lang="es-MX" baseline="0" dirty="0"/>
                        <a:t> en APEX” – Unidad 4</a:t>
                      </a:r>
                      <a:endParaRPr lang="es-ES" b="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19.06.2025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Documentación de</a:t>
                      </a:r>
                      <a:r>
                        <a:rPr lang="es-ES" baseline="0" dirty="0"/>
                        <a:t> realización del Curso de </a:t>
                      </a:r>
                      <a:r>
                        <a:rPr lang="es-ES" baseline="0" dirty="0" err="1"/>
                        <a:t>Salesforce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19.06.2025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Introducción</a:t>
                      </a:r>
                      <a:r>
                        <a:rPr lang="es-ES" baseline="0" dirty="0"/>
                        <a:t> a Pruebas </a:t>
                      </a:r>
                      <a:r>
                        <a:rPr lang="es-ES" baseline="0" dirty="0" err="1"/>
                        <a:t>Debug</a:t>
                      </a:r>
                      <a:r>
                        <a:rPr lang="es-ES" baseline="0" dirty="0"/>
                        <a:t> de la App Preventa e Inicio de sesión – </a:t>
                      </a:r>
                      <a:r>
                        <a:rPr lang="es-ES" b="1" baseline="0" dirty="0"/>
                        <a:t>William Jasso</a:t>
                      </a:r>
                      <a:endParaRPr lang="es-ES" b="1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20.06.2025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Pruebas de Ejecución de la App Preventa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20.06.2025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Análisis mediante </a:t>
                      </a:r>
                      <a:r>
                        <a:rPr lang="es-ES" dirty="0" err="1"/>
                        <a:t>debug</a:t>
                      </a:r>
                      <a:r>
                        <a:rPr lang="es-ES" baseline="0" dirty="0"/>
                        <a:t> de la App de Preventa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20.06.2025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30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3200"/>
            </a:pPr>
            <a:r>
              <a:rPr lang="es-MX" sz="3500" b="1" dirty="0"/>
              <a:t>Avance Semanal – Becarios - Semana 3</a:t>
            </a:r>
            <a:endParaRPr sz="3500" b="1" dirty="0"/>
          </a:p>
        </p:txBody>
      </p:sp>
      <p:graphicFrame>
        <p:nvGraphicFramePr>
          <p:cNvPr id="101" name="Google Shape;101;p17"/>
          <p:cNvGraphicFramePr/>
          <p:nvPr>
            <p:extLst>
              <p:ext uri="{D42A27DB-BD31-4B8C-83A1-F6EECF244321}">
                <p14:modId xmlns:p14="http://schemas.microsoft.com/office/powerpoint/2010/main" val="4233174943"/>
              </p:ext>
            </p:extLst>
          </p:nvPr>
        </p:nvGraphicFramePr>
        <p:xfrm>
          <a:off x="335137" y="775855"/>
          <a:ext cx="11521725" cy="1718229"/>
        </p:xfrm>
        <a:graphic>
          <a:graphicData uri="http://schemas.openxmlformats.org/drawingml/2006/table">
            <a:tbl>
              <a:tblPr>
                <a:noFill/>
                <a:tableStyleId>{AB35DA06-A686-4DE5-A08A-8E875CAA5D39}</a:tableStyleId>
              </a:tblPr>
              <a:tblGrid>
                <a:gridCol w="4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90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Fecha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Responsable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Estatus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Avance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Pruebas</a:t>
                      </a:r>
                      <a:r>
                        <a:rPr lang="es-ES" baseline="0" dirty="0"/>
                        <a:t> de Rendimiento de la App de Preventa en distintos dispositivos móviles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20.06.2025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Reporte</a:t>
                      </a:r>
                      <a:r>
                        <a:rPr lang="es-ES" baseline="0" dirty="0"/>
                        <a:t> de Rendimiento en dispositivos Android en la App de Preventa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20.06.2025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En proceso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86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53CA40C-62D9-8C64-9D6E-FB9B76AF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EBCEFADC-8855-1331-B300-DF44935DA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3200"/>
            </a:pPr>
            <a:r>
              <a:rPr lang="es-MX" sz="3500" b="1" dirty="0"/>
              <a:t>Avance Semanal – Becarios - Semana 4</a:t>
            </a:r>
            <a:endParaRPr sz="3500" b="1" dirty="0"/>
          </a:p>
        </p:txBody>
      </p:sp>
      <p:graphicFrame>
        <p:nvGraphicFramePr>
          <p:cNvPr id="101" name="Google Shape;101;p17">
            <a:extLst>
              <a:ext uri="{FF2B5EF4-FFF2-40B4-BE49-F238E27FC236}">
                <a16:creationId xmlns:a16="http://schemas.microsoft.com/office/drawing/2014/main" id="{BF0D2E22-F4A3-788A-880A-91C661C7C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847583"/>
              </p:ext>
            </p:extLst>
          </p:nvPr>
        </p:nvGraphicFramePr>
        <p:xfrm>
          <a:off x="232438" y="837325"/>
          <a:ext cx="11521725" cy="5411160"/>
        </p:xfrm>
        <a:graphic>
          <a:graphicData uri="http://schemas.openxmlformats.org/drawingml/2006/table">
            <a:tbl>
              <a:tblPr>
                <a:noFill/>
                <a:tableStyleId>{AB35DA06-A686-4DE5-A08A-8E875CAA5D39}</a:tableStyleId>
              </a:tblPr>
              <a:tblGrid>
                <a:gridCol w="4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Fecha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Responsable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Estatus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Avance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Introducción de Funcionamiento de la App de Preventa </a:t>
                      </a:r>
                      <a:r>
                        <a:rPr lang="es-MX" baseline="0" dirty="0"/>
                        <a:t>– </a:t>
                      </a:r>
                      <a:r>
                        <a:rPr lang="es-MX" b="1" baseline="0" dirty="0"/>
                        <a:t>William Jasso</a:t>
                      </a:r>
                      <a:endParaRPr b="1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23.06.2025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 err="1"/>
                        <a:t>Explicaci</a:t>
                      </a:r>
                      <a:r>
                        <a:rPr lang="es-MX" baseline="0" dirty="0" err="1"/>
                        <a:t>ón</a:t>
                      </a:r>
                      <a:r>
                        <a:rPr lang="es-MX" baseline="0" dirty="0"/>
                        <a:t> de </a:t>
                      </a:r>
                      <a:r>
                        <a:rPr lang="es-MX" baseline="0" dirty="0" err="1"/>
                        <a:t>Loggin</a:t>
                      </a:r>
                      <a:r>
                        <a:rPr lang="es-MX" baseline="0" dirty="0"/>
                        <a:t> a </a:t>
                      </a:r>
                      <a:r>
                        <a:rPr lang="es-MX" baseline="0" dirty="0" err="1"/>
                        <a:t>Saleforce</a:t>
                      </a:r>
                      <a:r>
                        <a:rPr lang="es-MX" baseline="0" dirty="0"/>
                        <a:t> y asignación de permisos – </a:t>
                      </a:r>
                      <a:r>
                        <a:rPr lang="es-MX" b="1" baseline="0" dirty="0"/>
                        <a:t>William Jasso</a:t>
                      </a:r>
                      <a:endParaRPr lang="es-MX"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23.06.2025</a:t>
                      </a:r>
                      <a:endParaRPr kumimoji="0" lang="es-MX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Análisis</a:t>
                      </a:r>
                      <a:r>
                        <a:rPr lang="es-MX" baseline="0" dirty="0"/>
                        <a:t> de Descarga de Información de la App de Preventa</a:t>
                      </a:r>
                      <a:endParaRPr lang="es-MX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23.06.2025</a:t>
                      </a:r>
                      <a:endParaRPr kumimoji="0" lang="es-MX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Cálculos de descarga - almacenamiento y verificación en distintos dispositivos de la App de Preventa.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23.06.2025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En proceso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60%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Cálculos de descarga - almacenamiento y verificación en distintos dispositivos de la App de Preventa.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24.06.2025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/>
                        <a:t>Documentación del </a:t>
                      </a:r>
                      <a:r>
                        <a:rPr lang="es-MX" baseline="0" dirty="0"/>
                        <a:t>Análisis en Hojas de Cálculo.</a:t>
                      </a:r>
                      <a:endParaRPr lang="es-ES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24.06.2025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Optimización de Tiempos de Almacenamiento de información en la App de Preventa.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25.06.2025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Cambió de Bucles y Condicionales a </a:t>
                      </a:r>
                      <a:r>
                        <a:rPr lang="en-US" dirty="0" err="1"/>
                        <a:t>RunTransaction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empaquetar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datos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correctamente</a:t>
                      </a:r>
                      <a:r>
                        <a:rPr lang="en-US" dirty="0"/>
                        <a:t>. 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25.06.2025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39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836F339-0801-C3F1-2C6E-05E602F1F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B810F73E-39E2-AD17-E9E7-FFE41D1A49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3200"/>
            </a:pPr>
            <a:r>
              <a:rPr lang="es-MX" sz="3500" b="1" dirty="0"/>
              <a:t>Avance Semanal – Becarios - Semana 4</a:t>
            </a:r>
            <a:endParaRPr sz="3500" b="1" dirty="0"/>
          </a:p>
        </p:txBody>
      </p:sp>
      <p:graphicFrame>
        <p:nvGraphicFramePr>
          <p:cNvPr id="101" name="Google Shape;101;p17">
            <a:extLst>
              <a:ext uri="{FF2B5EF4-FFF2-40B4-BE49-F238E27FC236}">
                <a16:creationId xmlns:a16="http://schemas.microsoft.com/office/drawing/2014/main" id="{8A885A29-C573-E530-EE8A-12A5A35529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124223"/>
              </p:ext>
            </p:extLst>
          </p:nvPr>
        </p:nvGraphicFramePr>
        <p:xfrm>
          <a:off x="232438" y="837325"/>
          <a:ext cx="11521725" cy="2972880"/>
        </p:xfrm>
        <a:graphic>
          <a:graphicData uri="http://schemas.openxmlformats.org/drawingml/2006/table">
            <a:tbl>
              <a:tblPr>
                <a:noFill/>
                <a:tableStyleId>{AB35DA06-A686-4DE5-A08A-8E875CAA5D39}</a:tableStyleId>
              </a:tblPr>
              <a:tblGrid>
                <a:gridCol w="4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Fecha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 dirty="0">
                          <a:solidFill>
                            <a:srgbClr val="FFFFFF"/>
                          </a:solidFill>
                        </a:rPr>
                        <a:t>Responsable </a:t>
                      </a:r>
                      <a:endParaRPr sz="1500" b="1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Estatus 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500" b="1">
                          <a:solidFill>
                            <a:srgbClr val="FFFFFF"/>
                          </a:solidFill>
                        </a:rPr>
                        <a:t>Avance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b="0" dirty="0"/>
                        <a:t>Elaboración de Documentación de Cambios a la app de Preventa en su versión 1.7</a:t>
                      </a:r>
                      <a:endParaRPr b="0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25.06.2025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 err="1"/>
                        <a:t>Explicaci</a:t>
                      </a:r>
                      <a:r>
                        <a:rPr lang="es-MX" baseline="0" dirty="0" err="1"/>
                        <a:t>ón</a:t>
                      </a:r>
                      <a:r>
                        <a:rPr lang="es-MX" baseline="0" dirty="0"/>
                        <a:t> de Funcionamiento de la App de </a:t>
                      </a:r>
                      <a:r>
                        <a:rPr lang="es-MX" baseline="0" dirty="0" err="1"/>
                        <a:t>AutoVenta</a:t>
                      </a:r>
                      <a:r>
                        <a:rPr lang="es-MX" baseline="0" dirty="0"/>
                        <a:t> Rica y Reparto – </a:t>
                      </a:r>
                      <a:r>
                        <a:rPr lang="es-MX" b="1" baseline="0" dirty="0"/>
                        <a:t>William Jasso</a:t>
                      </a:r>
                      <a:endParaRPr lang="es-MX"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26.06.2025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Análisis</a:t>
                      </a:r>
                      <a:r>
                        <a:rPr lang="es-MX" baseline="0" dirty="0"/>
                        <a:t> de las </a:t>
                      </a:r>
                      <a:r>
                        <a:rPr lang="es-MX" baseline="0" dirty="0" err="1"/>
                        <a:t>Apps´s</a:t>
                      </a:r>
                      <a:r>
                        <a:rPr lang="es-MX" baseline="0" dirty="0"/>
                        <a:t> de </a:t>
                      </a:r>
                      <a:r>
                        <a:rPr lang="es-MX" baseline="0" dirty="0" err="1"/>
                        <a:t>AutoVenta</a:t>
                      </a:r>
                      <a:r>
                        <a:rPr lang="es-MX" baseline="0" dirty="0"/>
                        <a:t> Rica y Reparto</a:t>
                      </a:r>
                      <a:endParaRPr lang="es-MX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26.06.2025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Cambios realizados a la App de </a:t>
                      </a:r>
                      <a:r>
                        <a:rPr lang="es-MX" baseline="0" dirty="0" err="1"/>
                        <a:t>AutoVenta</a:t>
                      </a:r>
                      <a:r>
                        <a:rPr lang="es-MX" baseline="0" dirty="0"/>
                        <a:t> Rica en su Versión 2.3.3 a la App de Reparto</a:t>
                      </a:r>
                      <a:endParaRPr lang="es-MX"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s-MX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26.06.2025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José Antonio Fuentes Ramírez</a:t>
                      </a:r>
                      <a:endParaRPr lang="es-MX"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Concluido</a:t>
                      </a:r>
                      <a:endParaRPr dirty="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dk1"/>
                          </a:solidFill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98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43741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772</Words>
  <Application>Microsoft Office PowerPoint</Application>
  <PresentationFormat>Panorámica</PresentationFormat>
  <Paragraphs>231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Diseño personalizado</vt:lpstr>
      <vt:lpstr>Seguimiento de actividades semanal</vt:lpstr>
      <vt:lpstr>Avance Semanal – Becarios - Semana 3</vt:lpstr>
      <vt:lpstr>Avance Semanal – Becarios - Semana 3</vt:lpstr>
      <vt:lpstr>Avance Semanal – Becarios - Semana 3</vt:lpstr>
      <vt:lpstr>Avance Semanal – Becarios - Semana 4</vt:lpstr>
      <vt:lpstr>Avance Semanal – Becarios - Semana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de actividades semanal</dc:title>
  <cp:lastModifiedBy>ms5</cp:lastModifiedBy>
  <cp:revision>22</cp:revision>
  <dcterms:modified xsi:type="dcterms:W3CDTF">2025-06-27T04:35:35Z</dcterms:modified>
</cp:coreProperties>
</file>